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64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CDC2B4FE-51F2-4763-872B-0CD521CE089F}">
          <p14:sldIdLst>
            <p14:sldId id="256"/>
            <p14:sldId id="264"/>
            <p14:sldId id="258"/>
            <p14:sldId id="260"/>
            <p14:sldId id="261"/>
            <p14:sldId id="262"/>
            <p14:sldId id="263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8" y="1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BE8073-D692-41DF-A1C9-14621CDDE35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043B15-FEBC-4EF8-8EA3-7142906DAB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from total_tokens_vs_invoke_chain_time.csv was analyzed using Python libraries (Pandas, Seaborn, Matplotlib.Pyplot and Duckdb).</a:t>
          </a:r>
        </a:p>
      </dgm:t>
    </dgm:pt>
    <dgm:pt modelId="{A7F19D86-4E4E-4BEF-B525-04A8C7FF362F}" type="parTrans" cxnId="{C5B5B773-CE20-4310-A02E-92A21763C384}">
      <dgm:prSet/>
      <dgm:spPr/>
      <dgm:t>
        <a:bodyPr/>
        <a:lstStyle/>
        <a:p>
          <a:endParaRPr lang="en-US"/>
        </a:p>
      </dgm:t>
    </dgm:pt>
    <dgm:pt modelId="{B4FBACD0-2119-4622-8C52-612B95E990E9}" type="sibTrans" cxnId="{C5B5B773-CE20-4310-A02E-92A21763C3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4A0F41-977F-4295-A1E5-5DD5932530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Scatter and regression plots were generated to visualize the data.</a:t>
          </a:r>
        </a:p>
      </dgm:t>
    </dgm:pt>
    <dgm:pt modelId="{B45E9400-0A57-428D-8716-AF4600B40FDD}" type="parTrans" cxnId="{63F854E6-8ED6-484A-A479-C3B28B501817}">
      <dgm:prSet/>
      <dgm:spPr/>
      <dgm:t>
        <a:bodyPr/>
        <a:lstStyle/>
        <a:p>
          <a:endParaRPr lang="en-US"/>
        </a:p>
      </dgm:t>
    </dgm:pt>
    <dgm:pt modelId="{4CF8F1DC-EE38-49E1-9E62-56BDD645577D}" type="sibTrans" cxnId="{63F854E6-8ED6-484A-A479-C3B28B5018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1A5643-F354-4086-A464-8D2DEECFBC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correlation coefficient was calculated to quantify the relationship.</a:t>
          </a:r>
        </a:p>
      </dgm:t>
    </dgm:pt>
    <dgm:pt modelId="{CB9463FB-C63E-4526-B05A-E5F7EB69D1EF}" type="parTrans" cxnId="{AD9C1047-F842-468A-A8E3-9E7FE64A234F}">
      <dgm:prSet/>
      <dgm:spPr/>
      <dgm:t>
        <a:bodyPr/>
        <a:lstStyle/>
        <a:p>
          <a:endParaRPr lang="en-US"/>
        </a:p>
      </dgm:t>
    </dgm:pt>
    <dgm:pt modelId="{27D89D0E-7B25-408B-A547-9BD7323C13BA}" type="sibTrans" cxnId="{AD9C1047-F842-468A-A8E3-9E7FE64A234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CE5124-BCCB-4A6D-8E55-DDD1D9A05D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was binned into quartiles to identify potential thresholds in token count affecting response times.</a:t>
          </a:r>
        </a:p>
      </dgm:t>
    </dgm:pt>
    <dgm:pt modelId="{BFD3ABE3-F402-45D7-A326-81BC7B57FAE2}" type="parTrans" cxnId="{BC12981E-AA29-4A19-8475-1715FAB696AA}">
      <dgm:prSet/>
      <dgm:spPr/>
      <dgm:t>
        <a:bodyPr/>
        <a:lstStyle/>
        <a:p>
          <a:endParaRPr lang="en-US"/>
        </a:p>
      </dgm:t>
    </dgm:pt>
    <dgm:pt modelId="{2EC2653B-4A03-4D9F-B33F-E3E46C86DB33}" type="sibTrans" cxnId="{BC12981E-AA29-4A19-8475-1715FAB696AA}">
      <dgm:prSet/>
      <dgm:spPr/>
      <dgm:t>
        <a:bodyPr/>
        <a:lstStyle/>
        <a:p>
          <a:endParaRPr lang="en-US"/>
        </a:p>
      </dgm:t>
    </dgm:pt>
    <dgm:pt modelId="{C5B7BA87-C7BF-4FF5-ACF0-8512697E11CF}" type="pres">
      <dgm:prSet presAssocID="{A7BE8073-D692-41DF-A1C9-14621CDDE355}" presName="root" presStyleCnt="0">
        <dgm:presLayoutVars>
          <dgm:dir/>
          <dgm:resizeHandles val="exact"/>
        </dgm:presLayoutVars>
      </dgm:prSet>
      <dgm:spPr/>
    </dgm:pt>
    <dgm:pt modelId="{F87DB81A-8A0A-4385-98F1-E8A395971222}" type="pres">
      <dgm:prSet presAssocID="{A7BE8073-D692-41DF-A1C9-14621CDDE355}" presName="container" presStyleCnt="0">
        <dgm:presLayoutVars>
          <dgm:dir/>
          <dgm:resizeHandles val="exact"/>
        </dgm:presLayoutVars>
      </dgm:prSet>
      <dgm:spPr/>
    </dgm:pt>
    <dgm:pt modelId="{857C9C9A-613A-4AFB-9FD2-1A2325C6D58C}" type="pres">
      <dgm:prSet presAssocID="{C6043B15-FEBC-4EF8-8EA3-7142906DABF8}" presName="compNode" presStyleCnt="0"/>
      <dgm:spPr/>
    </dgm:pt>
    <dgm:pt modelId="{149C3CD6-A4D7-4065-9266-3E40E5190E99}" type="pres">
      <dgm:prSet presAssocID="{C6043B15-FEBC-4EF8-8EA3-7142906DABF8}" presName="iconBgRect" presStyleLbl="bgShp" presStyleIdx="0" presStyleCnt="4"/>
      <dgm:spPr/>
    </dgm:pt>
    <dgm:pt modelId="{537A3B37-3D23-450D-ACD7-EFB76C3E9E4E}" type="pres">
      <dgm:prSet presAssocID="{C6043B15-FEBC-4EF8-8EA3-7142906DABF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анда"/>
        </a:ext>
      </dgm:extLst>
    </dgm:pt>
    <dgm:pt modelId="{D6F086FD-5C55-4CC0-B02C-9B095CA68E89}" type="pres">
      <dgm:prSet presAssocID="{C6043B15-FEBC-4EF8-8EA3-7142906DABF8}" presName="spaceRect" presStyleCnt="0"/>
      <dgm:spPr/>
    </dgm:pt>
    <dgm:pt modelId="{6DE8EBF7-C2FB-48D7-8192-145DE98F9211}" type="pres">
      <dgm:prSet presAssocID="{C6043B15-FEBC-4EF8-8EA3-7142906DABF8}" presName="textRect" presStyleLbl="revTx" presStyleIdx="0" presStyleCnt="4">
        <dgm:presLayoutVars>
          <dgm:chMax val="1"/>
          <dgm:chPref val="1"/>
        </dgm:presLayoutVars>
      </dgm:prSet>
      <dgm:spPr/>
    </dgm:pt>
    <dgm:pt modelId="{EB36BA0B-3709-418B-9784-EE88E9FBC23E}" type="pres">
      <dgm:prSet presAssocID="{B4FBACD0-2119-4622-8C52-612B95E990E9}" presName="sibTrans" presStyleLbl="sibTrans2D1" presStyleIdx="0" presStyleCnt="0"/>
      <dgm:spPr/>
    </dgm:pt>
    <dgm:pt modelId="{80D97F38-76E6-40A5-914F-C9E993FADF47}" type="pres">
      <dgm:prSet presAssocID="{994A0F41-977F-4295-A1E5-5DD5932530B9}" presName="compNode" presStyleCnt="0"/>
      <dgm:spPr/>
    </dgm:pt>
    <dgm:pt modelId="{33E522A4-FD9C-4A5E-AD9A-761AAF02CB18}" type="pres">
      <dgm:prSet presAssocID="{994A0F41-977F-4295-A1E5-5DD5932530B9}" presName="iconBgRect" presStyleLbl="bgShp" presStyleIdx="1" presStyleCnt="4"/>
      <dgm:spPr/>
    </dgm:pt>
    <dgm:pt modelId="{6CC29120-79FF-4B8C-899F-05D794632DEA}" type="pres">
      <dgm:prSet presAssocID="{994A0F41-977F-4295-A1E5-5DD5932530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Статистика"/>
        </a:ext>
      </dgm:extLst>
    </dgm:pt>
    <dgm:pt modelId="{5E21CCE4-9371-4C7B-9861-E1C7657BD187}" type="pres">
      <dgm:prSet presAssocID="{994A0F41-977F-4295-A1E5-5DD5932530B9}" presName="spaceRect" presStyleCnt="0"/>
      <dgm:spPr/>
    </dgm:pt>
    <dgm:pt modelId="{F0BCC97B-D339-4269-825A-1C37C23E7969}" type="pres">
      <dgm:prSet presAssocID="{994A0F41-977F-4295-A1E5-5DD5932530B9}" presName="textRect" presStyleLbl="revTx" presStyleIdx="1" presStyleCnt="4">
        <dgm:presLayoutVars>
          <dgm:chMax val="1"/>
          <dgm:chPref val="1"/>
        </dgm:presLayoutVars>
      </dgm:prSet>
      <dgm:spPr/>
    </dgm:pt>
    <dgm:pt modelId="{6BFB2E74-DCB5-48E5-8B89-387F31B35A4C}" type="pres">
      <dgm:prSet presAssocID="{4CF8F1DC-EE38-49E1-9E62-56BDD645577D}" presName="sibTrans" presStyleLbl="sibTrans2D1" presStyleIdx="0" presStyleCnt="0"/>
      <dgm:spPr/>
    </dgm:pt>
    <dgm:pt modelId="{5A7971CB-089D-4A98-B5EA-DEF091CD2C4A}" type="pres">
      <dgm:prSet presAssocID="{1E1A5643-F354-4086-A464-8D2DEECFBC37}" presName="compNode" presStyleCnt="0"/>
      <dgm:spPr/>
    </dgm:pt>
    <dgm:pt modelId="{0F60FA85-D9E3-4E33-8E36-F6A16880FB27}" type="pres">
      <dgm:prSet presAssocID="{1E1A5643-F354-4086-A464-8D2DEECFBC37}" presName="iconBgRect" presStyleLbl="bgShp" presStyleIdx="2" presStyleCnt="4"/>
      <dgm:spPr/>
    </dgm:pt>
    <dgm:pt modelId="{24539FA1-4763-4F42-BC26-F5471C1475DA}" type="pres">
      <dgm:prSet presAssocID="{1E1A5643-F354-4086-A464-8D2DEECFBC3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калькулятор"/>
        </a:ext>
      </dgm:extLst>
    </dgm:pt>
    <dgm:pt modelId="{3205C8BC-DE41-43DE-B550-5CEFEB5FEB66}" type="pres">
      <dgm:prSet presAssocID="{1E1A5643-F354-4086-A464-8D2DEECFBC37}" presName="spaceRect" presStyleCnt="0"/>
      <dgm:spPr/>
    </dgm:pt>
    <dgm:pt modelId="{E1D3B6CD-E553-4B07-99B1-BFC91155E2AE}" type="pres">
      <dgm:prSet presAssocID="{1E1A5643-F354-4086-A464-8D2DEECFBC37}" presName="textRect" presStyleLbl="revTx" presStyleIdx="2" presStyleCnt="4">
        <dgm:presLayoutVars>
          <dgm:chMax val="1"/>
          <dgm:chPref val="1"/>
        </dgm:presLayoutVars>
      </dgm:prSet>
      <dgm:spPr/>
    </dgm:pt>
    <dgm:pt modelId="{93E60925-65B0-4AF1-8892-AFFCD7428661}" type="pres">
      <dgm:prSet presAssocID="{27D89D0E-7B25-408B-A547-9BD7323C13BA}" presName="sibTrans" presStyleLbl="sibTrans2D1" presStyleIdx="0" presStyleCnt="0"/>
      <dgm:spPr/>
    </dgm:pt>
    <dgm:pt modelId="{83EC4752-F30A-4738-8C5A-32A6990286CE}" type="pres">
      <dgm:prSet presAssocID="{6ACE5124-BCCB-4A6D-8E55-DDD1D9A05D41}" presName="compNode" presStyleCnt="0"/>
      <dgm:spPr/>
    </dgm:pt>
    <dgm:pt modelId="{A9B5888B-D6E8-42D2-8D0D-F6AEA56FC2DC}" type="pres">
      <dgm:prSet presAssocID="{6ACE5124-BCCB-4A6D-8E55-DDD1D9A05D41}" presName="iconBgRect" presStyleLbl="bgShp" presStyleIdx="3" presStyleCnt="4"/>
      <dgm:spPr/>
    </dgm:pt>
    <dgm:pt modelId="{91DA7FF4-81C9-49D9-A79B-07282667E453}" type="pres">
      <dgm:prSet presAssocID="{6ACE5124-BCCB-4A6D-8E55-DDD1D9A05D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Монети"/>
        </a:ext>
      </dgm:extLst>
    </dgm:pt>
    <dgm:pt modelId="{F1E5AFB1-5756-4C61-9758-B010C4277957}" type="pres">
      <dgm:prSet presAssocID="{6ACE5124-BCCB-4A6D-8E55-DDD1D9A05D41}" presName="spaceRect" presStyleCnt="0"/>
      <dgm:spPr/>
    </dgm:pt>
    <dgm:pt modelId="{6C86B99D-809E-47EF-B235-2E80E55CCA51}" type="pres">
      <dgm:prSet presAssocID="{6ACE5124-BCCB-4A6D-8E55-DDD1D9A05D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7391812-9632-4AB3-B06B-7F26D9AF7678}" type="presOf" srcId="{994A0F41-977F-4295-A1E5-5DD5932530B9}" destId="{F0BCC97B-D339-4269-825A-1C37C23E7969}" srcOrd="0" destOrd="0" presId="urn:microsoft.com/office/officeart/2018/2/layout/IconCircleList"/>
    <dgm:cxn modelId="{BC12981E-AA29-4A19-8475-1715FAB696AA}" srcId="{A7BE8073-D692-41DF-A1C9-14621CDDE355}" destId="{6ACE5124-BCCB-4A6D-8E55-DDD1D9A05D41}" srcOrd="3" destOrd="0" parTransId="{BFD3ABE3-F402-45D7-A326-81BC7B57FAE2}" sibTransId="{2EC2653B-4A03-4D9F-B33F-E3E46C86DB33}"/>
    <dgm:cxn modelId="{91727E29-330D-489B-955C-6D9178C0AF3E}" type="presOf" srcId="{6ACE5124-BCCB-4A6D-8E55-DDD1D9A05D41}" destId="{6C86B99D-809E-47EF-B235-2E80E55CCA51}" srcOrd="0" destOrd="0" presId="urn:microsoft.com/office/officeart/2018/2/layout/IconCircleList"/>
    <dgm:cxn modelId="{AD9C1047-F842-468A-A8E3-9E7FE64A234F}" srcId="{A7BE8073-D692-41DF-A1C9-14621CDDE355}" destId="{1E1A5643-F354-4086-A464-8D2DEECFBC37}" srcOrd="2" destOrd="0" parTransId="{CB9463FB-C63E-4526-B05A-E5F7EB69D1EF}" sibTransId="{27D89D0E-7B25-408B-A547-9BD7323C13BA}"/>
    <dgm:cxn modelId="{CBF23E49-ED89-49AB-9699-C11D66B08904}" type="presOf" srcId="{4CF8F1DC-EE38-49E1-9E62-56BDD645577D}" destId="{6BFB2E74-DCB5-48E5-8B89-387F31B35A4C}" srcOrd="0" destOrd="0" presId="urn:microsoft.com/office/officeart/2018/2/layout/IconCircleList"/>
    <dgm:cxn modelId="{C5B5B773-CE20-4310-A02E-92A21763C384}" srcId="{A7BE8073-D692-41DF-A1C9-14621CDDE355}" destId="{C6043B15-FEBC-4EF8-8EA3-7142906DABF8}" srcOrd="0" destOrd="0" parTransId="{A7F19D86-4E4E-4BEF-B525-04A8C7FF362F}" sibTransId="{B4FBACD0-2119-4622-8C52-612B95E990E9}"/>
    <dgm:cxn modelId="{B5A73D56-F2C7-49E1-97AF-AA160EE1F69A}" type="presOf" srcId="{A7BE8073-D692-41DF-A1C9-14621CDDE355}" destId="{C5B7BA87-C7BF-4FF5-ACF0-8512697E11CF}" srcOrd="0" destOrd="0" presId="urn:microsoft.com/office/officeart/2018/2/layout/IconCircleList"/>
    <dgm:cxn modelId="{DB9B8077-24E9-4F8D-BFFB-C31246B511F4}" type="presOf" srcId="{27D89D0E-7B25-408B-A547-9BD7323C13BA}" destId="{93E60925-65B0-4AF1-8892-AFFCD7428661}" srcOrd="0" destOrd="0" presId="urn:microsoft.com/office/officeart/2018/2/layout/IconCircleList"/>
    <dgm:cxn modelId="{60533ABD-076D-4118-BE35-A6EEEF5190BE}" type="presOf" srcId="{B4FBACD0-2119-4622-8C52-612B95E990E9}" destId="{EB36BA0B-3709-418B-9784-EE88E9FBC23E}" srcOrd="0" destOrd="0" presId="urn:microsoft.com/office/officeart/2018/2/layout/IconCircleList"/>
    <dgm:cxn modelId="{CF2966BD-7FB2-4BA7-AB82-ECE5DDB468BF}" type="presOf" srcId="{1E1A5643-F354-4086-A464-8D2DEECFBC37}" destId="{E1D3B6CD-E553-4B07-99B1-BFC91155E2AE}" srcOrd="0" destOrd="0" presId="urn:microsoft.com/office/officeart/2018/2/layout/IconCircleList"/>
    <dgm:cxn modelId="{229641C8-DD04-4570-835B-247B40E48ECF}" type="presOf" srcId="{C6043B15-FEBC-4EF8-8EA3-7142906DABF8}" destId="{6DE8EBF7-C2FB-48D7-8192-145DE98F9211}" srcOrd="0" destOrd="0" presId="urn:microsoft.com/office/officeart/2018/2/layout/IconCircleList"/>
    <dgm:cxn modelId="{63F854E6-8ED6-484A-A479-C3B28B501817}" srcId="{A7BE8073-D692-41DF-A1C9-14621CDDE355}" destId="{994A0F41-977F-4295-A1E5-5DD5932530B9}" srcOrd="1" destOrd="0" parTransId="{B45E9400-0A57-428D-8716-AF4600B40FDD}" sibTransId="{4CF8F1DC-EE38-49E1-9E62-56BDD645577D}"/>
    <dgm:cxn modelId="{B187E790-2350-4AC4-BA9E-8CC639F03C78}" type="presParOf" srcId="{C5B7BA87-C7BF-4FF5-ACF0-8512697E11CF}" destId="{F87DB81A-8A0A-4385-98F1-E8A395971222}" srcOrd="0" destOrd="0" presId="urn:microsoft.com/office/officeart/2018/2/layout/IconCircleList"/>
    <dgm:cxn modelId="{291E0E7D-2740-4646-ADA8-CA6FF86CFC46}" type="presParOf" srcId="{F87DB81A-8A0A-4385-98F1-E8A395971222}" destId="{857C9C9A-613A-4AFB-9FD2-1A2325C6D58C}" srcOrd="0" destOrd="0" presId="urn:microsoft.com/office/officeart/2018/2/layout/IconCircleList"/>
    <dgm:cxn modelId="{1F3A5492-CCA1-4A5C-B193-B2E17D11C122}" type="presParOf" srcId="{857C9C9A-613A-4AFB-9FD2-1A2325C6D58C}" destId="{149C3CD6-A4D7-4065-9266-3E40E5190E99}" srcOrd="0" destOrd="0" presId="urn:microsoft.com/office/officeart/2018/2/layout/IconCircleList"/>
    <dgm:cxn modelId="{CC92F5DC-01C1-4EE9-91B1-F70576EE7230}" type="presParOf" srcId="{857C9C9A-613A-4AFB-9FD2-1A2325C6D58C}" destId="{537A3B37-3D23-450D-ACD7-EFB76C3E9E4E}" srcOrd="1" destOrd="0" presId="urn:microsoft.com/office/officeart/2018/2/layout/IconCircleList"/>
    <dgm:cxn modelId="{30731581-DAAC-40EE-BCED-7A18C1A3321E}" type="presParOf" srcId="{857C9C9A-613A-4AFB-9FD2-1A2325C6D58C}" destId="{D6F086FD-5C55-4CC0-B02C-9B095CA68E89}" srcOrd="2" destOrd="0" presId="urn:microsoft.com/office/officeart/2018/2/layout/IconCircleList"/>
    <dgm:cxn modelId="{CDC451DE-CABE-4071-917E-4C22B6DA428C}" type="presParOf" srcId="{857C9C9A-613A-4AFB-9FD2-1A2325C6D58C}" destId="{6DE8EBF7-C2FB-48D7-8192-145DE98F9211}" srcOrd="3" destOrd="0" presId="urn:microsoft.com/office/officeart/2018/2/layout/IconCircleList"/>
    <dgm:cxn modelId="{5F96EEC7-CF33-4B5E-8401-52D94BC2B5C6}" type="presParOf" srcId="{F87DB81A-8A0A-4385-98F1-E8A395971222}" destId="{EB36BA0B-3709-418B-9784-EE88E9FBC23E}" srcOrd="1" destOrd="0" presId="urn:microsoft.com/office/officeart/2018/2/layout/IconCircleList"/>
    <dgm:cxn modelId="{868116BB-9B7A-4DB4-8C62-26E70DB5D0B7}" type="presParOf" srcId="{F87DB81A-8A0A-4385-98F1-E8A395971222}" destId="{80D97F38-76E6-40A5-914F-C9E993FADF47}" srcOrd="2" destOrd="0" presId="urn:microsoft.com/office/officeart/2018/2/layout/IconCircleList"/>
    <dgm:cxn modelId="{FD39A962-C806-45CF-A102-FF382379E334}" type="presParOf" srcId="{80D97F38-76E6-40A5-914F-C9E993FADF47}" destId="{33E522A4-FD9C-4A5E-AD9A-761AAF02CB18}" srcOrd="0" destOrd="0" presId="urn:microsoft.com/office/officeart/2018/2/layout/IconCircleList"/>
    <dgm:cxn modelId="{D58105A4-0128-4A56-A52A-62FD78FD4A7E}" type="presParOf" srcId="{80D97F38-76E6-40A5-914F-C9E993FADF47}" destId="{6CC29120-79FF-4B8C-899F-05D794632DEA}" srcOrd="1" destOrd="0" presId="urn:microsoft.com/office/officeart/2018/2/layout/IconCircleList"/>
    <dgm:cxn modelId="{E8D6075B-C29F-40A4-9D71-A7C7358F0E09}" type="presParOf" srcId="{80D97F38-76E6-40A5-914F-C9E993FADF47}" destId="{5E21CCE4-9371-4C7B-9861-E1C7657BD187}" srcOrd="2" destOrd="0" presId="urn:microsoft.com/office/officeart/2018/2/layout/IconCircleList"/>
    <dgm:cxn modelId="{3DBC49A0-71CD-4CCF-91B7-CAF00E69D3C9}" type="presParOf" srcId="{80D97F38-76E6-40A5-914F-C9E993FADF47}" destId="{F0BCC97B-D339-4269-825A-1C37C23E7969}" srcOrd="3" destOrd="0" presId="urn:microsoft.com/office/officeart/2018/2/layout/IconCircleList"/>
    <dgm:cxn modelId="{2EC6FC9F-56D7-416F-8E15-4617D71C92A2}" type="presParOf" srcId="{F87DB81A-8A0A-4385-98F1-E8A395971222}" destId="{6BFB2E74-DCB5-48E5-8B89-387F31B35A4C}" srcOrd="3" destOrd="0" presId="urn:microsoft.com/office/officeart/2018/2/layout/IconCircleList"/>
    <dgm:cxn modelId="{585D18D4-2944-477B-8199-21959A8173E7}" type="presParOf" srcId="{F87DB81A-8A0A-4385-98F1-E8A395971222}" destId="{5A7971CB-089D-4A98-B5EA-DEF091CD2C4A}" srcOrd="4" destOrd="0" presId="urn:microsoft.com/office/officeart/2018/2/layout/IconCircleList"/>
    <dgm:cxn modelId="{19924A62-EFA1-4484-B07F-B63EE415EFAB}" type="presParOf" srcId="{5A7971CB-089D-4A98-B5EA-DEF091CD2C4A}" destId="{0F60FA85-D9E3-4E33-8E36-F6A16880FB27}" srcOrd="0" destOrd="0" presId="urn:microsoft.com/office/officeart/2018/2/layout/IconCircleList"/>
    <dgm:cxn modelId="{F14E9B37-A716-4118-9240-4967F1046A71}" type="presParOf" srcId="{5A7971CB-089D-4A98-B5EA-DEF091CD2C4A}" destId="{24539FA1-4763-4F42-BC26-F5471C1475DA}" srcOrd="1" destOrd="0" presId="urn:microsoft.com/office/officeart/2018/2/layout/IconCircleList"/>
    <dgm:cxn modelId="{EEA4A837-27DA-45AC-ADCD-1B25F8AAFBA9}" type="presParOf" srcId="{5A7971CB-089D-4A98-B5EA-DEF091CD2C4A}" destId="{3205C8BC-DE41-43DE-B550-5CEFEB5FEB66}" srcOrd="2" destOrd="0" presId="urn:microsoft.com/office/officeart/2018/2/layout/IconCircleList"/>
    <dgm:cxn modelId="{D080996C-E2EA-4415-AF54-E9411391E99B}" type="presParOf" srcId="{5A7971CB-089D-4A98-B5EA-DEF091CD2C4A}" destId="{E1D3B6CD-E553-4B07-99B1-BFC91155E2AE}" srcOrd="3" destOrd="0" presId="urn:microsoft.com/office/officeart/2018/2/layout/IconCircleList"/>
    <dgm:cxn modelId="{C39CABED-8874-405D-8821-ADB498BDA0EF}" type="presParOf" srcId="{F87DB81A-8A0A-4385-98F1-E8A395971222}" destId="{93E60925-65B0-4AF1-8892-AFFCD7428661}" srcOrd="5" destOrd="0" presId="urn:microsoft.com/office/officeart/2018/2/layout/IconCircleList"/>
    <dgm:cxn modelId="{E53D57DC-F274-45B5-932F-0D43E162F1A5}" type="presParOf" srcId="{F87DB81A-8A0A-4385-98F1-E8A395971222}" destId="{83EC4752-F30A-4738-8C5A-32A6990286CE}" srcOrd="6" destOrd="0" presId="urn:microsoft.com/office/officeart/2018/2/layout/IconCircleList"/>
    <dgm:cxn modelId="{C639DC40-384F-478F-A56B-EF5199F71DCB}" type="presParOf" srcId="{83EC4752-F30A-4738-8C5A-32A6990286CE}" destId="{A9B5888B-D6E8-42D2-8D0D-F6AEA56FC2DC}" srcOrd="0" destOrd="0" presId="urn:microsoft.com/office/officeart/2018/2/layout/IconCircleList"/>
    <dgm:cxn modelId="{9297A66F-5C1B-4F8B-93AE-6B505BEB98F9}" type="presParOf" srcId="{83EC4752-F30A-4738-8C5A-32A6990286CE}" destId="{91DA7FF4-81C9-49D9-A79B-07282667E453}" srcOrd="1" destOrd="0" presId="urn:microsoft.com/office/officeart/2018/2/layout/IconCircleList"/>
    <dgm:cxn modelId="{9AAE8B48-B39B-49AA-A9E4-E36C411350C1}" type="presParOf" srcId="{83EC4752-F30A-4738-8C5A-32A6990286CE}" destId="{F1E5AFB1-5756-4C61-9758-B010C4277957}" srcOrd="2" destOrd="0" presId="urn:microsoft.com/office/officeart/2018/2/layout/IconCircleList"/>
    <dgm:cxn modelId="{D3590BF0-C3FE-4271-BC05-CA79A9BA66E9}" type="presParOf" srcId="{83EC4752-F30A-4738-8C5A-32A6990286CE}" destId="{6C86B99D-809E-47EF-B235-2E80E55CCA5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9C19C3-3345-4DC9-AA4E-92CE859C6D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B664A9D-AADF-4BAB-881A-D046FF92595B}">
      <dgm:prSet/>
      <dgm:spPr/>
      <dgm:t>
        <a:bodyPr/>
        <a:lstStyle/>
        <a:p>
          <a:r>
            <a:rPr lang="en-US"/>
            <a:t>Calculated value: 0.245</a:t>
          </a:r>
        </a:p>
      </dgm:t>
    </dgm:pt>
    <dgm:pt modelId="{C9EFDFAE-47E9-414B-84C1-4942CFB00089}" type="parTrans" cxnId="{50580E48-50ED-420A-BB52-BD9C2468D3C6}">
      <dgm:prSet/>
      <dgm:spPr/>
      <dgm:t>
        <a:bodyPr/>
        <a:lstStyle/>
        <a:p>
          <a:endParaRPr lang="en-US"/>
        </a:p>
      </dgm:t>
    </dgm:pt>
    <dgm:pt modelId="{C7EEE567-6822-40F6-B724-8772A4AB5E98}" type="sibTrans" cxnId="{50580E48-50ED-420A-BB52-BD9C2468D3C6}">
      <dgm:prSet/>
      <dgm:spPr/>
      <dgm:t>
        <a:bodyPr/>
        <a:lstStyle/>
        <a:p>
          <a:endParaRPr lang="en-US"/>
        </a:p>
      </dgm:t>
    </dgm:pt>
    <dgm:pt modelId="{1C15B439-C93B-48C4-AE17-FD03D7C9E656}">
      <dgm:prSet/>
      <dgm:spPr/>
      <dgm:t>
        <a:bodyPr/>
        <a:lstStyle/>
        <a:p>
          <a:r>
            <a:rPr lang="en-US"/>
            <a:t>Indicates a positive but weak linear relationship between token count and response time.</a:t>
          </a:r>
        </a:p>
      </dgm:t>
    </dgm:pt>
    <dgm:pt modelId="{E0001E2F-9D44-4328-AE3B-315572C55A7E}" type="parTrans" cxnId="{281AB21D-C05B-4892-B463-781914B90BCE}">
      <dgm:prSet/>
      <dgm:spPr/>
      <dgm:t>
        <a:bodyPr/>
        <a:lstStyle/>
        <a:p>
          <a:endParaRPr lang="en-US"/>
        </a:p>
      </dgm:t>
    </dgm:pt>
    <dgm:pt modelId="{F0B62BBB-D4EE-4A3A-A98D-0216FD283064}" type="sibTrans" cxnId="{281AB21D-C05B-4892-B463-781914B90BCE}">
      <dgm:prSet/>
      <dgm:spPr/>
      <dgm:t>
        <a:bodyPr/>
        <a:lstStyle/>
        <a:p>
          <a:endParaRPr lang="en-US"/>
        </a:p>
      </dgm:t>
    </dgm:pt>
    <dgm:pt modelId="{18C1D1C0-E77C-4F3A-943B-9416E16D1B5C}" type="pres">
      <dgm:prSet presAssocID="{909C19C3-3345-4DC9-AA4E-92CE859C6D92}" presName="root" presStyleCnt="0">
        <dgm:presLayoutVars>
          <dgm:dir/>
          <dgm:resizeHandles val="exact"/>
        </dgm:presLayoutVars>
      </dgm:prSet>
      <dgm:spPr/>
    </dgm:pt>
    <dgm:pt modelId="{ECC1C8DF-B810-4416-B1CF-E0F159DAC8AE}" type="pres">
      <dgm:prSet presAssocID="{AB664A9D-AADF-4BAB-881A-D046FF92595B}" presName="compNode" presStyleCnt="0"/>
      <dgm:spPr/>
    </dgm:pt>
    <dgm:pt modelId="{63EC4E72-6E70-4AB2-99F9-F6C59E051626}" type="pres">
      <dgm:prSet presAssocID="{AB664A9D-AADF-4BAB-881A-D046FF92595B}" presName="bgRect" presStyleLbl="bgShp" presStyleIdx="0" presStyleCnt="2"/>
      <dgm:spPr/>
    </dgm:pt>
    <dgm:pt modelId="{C4699C46-F167-44AC-9E51-0DAEBC03C95A}" type="pres">
      <dgm:prSet presAssocID="{AB664A9D-AADF-4BAB-881A-D046FF92595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алькулятор"/>
        </a:ext>
      </dgm:extLst>
    </dgm:pt>
    <dgm:pt modelId="{EE26844A-9657-48F9-B4BA-DDEB3A3EF30B}" type="pres">
      <dgm:prSet presAssocID="{AB664A9D-AADF-4BAB-881A-D046FF92595B}" presName="spaceRect" presStyleCnt="0"/>
      <dgm:spPr/>
    </dgm:pt>
    <dgm:pt modelId="{732B2776-A0F8-428D-AD76-0BF9F3FE4505}" type="pres">
      <dgm:prSet presAssocID="{AB664A9D-AADF-4BAB-881A-D046FF92595B}" presName="parTx" presStyleLbl="revTx" presStyleIdx="0" presStyleCnt="2">
        <dgm:presLayoutVars>
          <dgm:chMax val="0"/>
          <dgm:chPref val="0"/>
        </dgm:presLayoutVars>
      </dgm:prSet>
      <dgm:spPr/>
    </dgm:pt>
    <dgm:pt modelId="{F4C44BBA-5F44-44AE-A1AD-CFFAD9958CB4}" type="pres">
      <dgm:prSet presAssocID="{C7EEE567-6822-40F6-B724-8772A4AB5E98}" presName="sibTrans" presStyleCnt="0"/>
      <dgm:spPr/>
    </dgm:pt>
    <dgm:pt modelId="{EA0CC642-A71F-4F8A-BD6A-7148976C281A}" type="pres">
      <dgm:prSet presAssocID="{1C15B439-C93B-48C4-AE17-FD03D7C9E656}" presName="compNode" presStyleCnt="0"/>
      <dgm:spPr/>
    </dgm:pt>
    <dgm:pt modelId="{8C161976-63B7-4F60-8AFA-86EF711C0F12}" type="pres">
      <dgm:prSet presAssocID="{1C15B439-C93B-48C4-AE17-FD03D7C9E656}" presName="bgRect" presStyleLbl="bgShp" presStyleIdx="1" presStyleCnt="2"/>
      <dgm:spPr/>
    </dgm:pt>
    <dgm:pt modelId="{6B551ADA-CDF2-400C-B968-C3B627C7D945}" type="pres">
      <dgm:prSet presAssocID="{1C15B439-C93B-48C4-AE17-FD03D7C9E6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еренесення"/>
        </a:ext>
      </dgm:extLst>
    </dgm:pt>
    <dgm:pt modelId="{04338A5A-FC4A-42FC-885B-656CD80B4623}" type="pres">
      <dgm:prSet presAssocID="{1C15B439-C93B-48C4-AE17-FD03D7C9E656}" presName="spaceRect" presStyleCnt="0"/>
      <dgm:spPr/>
    </dgm:pt>
    <dgm:pt modelId="{5CD61574-E7A2-414A-B559-E622A9A77BC6}" type="pres">
      <dgm:prSet presAssocID="{1C15B439-C93B-48C4-AE17-FD03D7C9E65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4A4D006-D3DD-4F85-95D5-4480B962171B}" type="presOf" srcId="{AB664A9D-AADF-4BAB-881A-D046FF92595B}" destId="{732B2776-A0F8-428D-AD76-0BF9F3FE4505}" srcOrd="0" destOrd="0" presId="urn:microsoft.com/office/officeart/2018/2/layout/IconVerticalSolidList"/>
    <dgm:cxn modelId="{281AB21D-C05B-4892-B463-781914B90BCE}" srcId="{909C19C3-3345-4DC9-AA4E-92CE859C6D92}" destId="{1C15B439-C93B-48C4-AE17-FD03D7C9E656}" srcOrd="1" destOrd="0" parTransId="{E0001E2F-9D44-4328-AE3B-315572C55A7E}" sibTransId="{F0B62BBB-D4EE-4A3A-A98D-0216FD283064}"/>
    <dgm:cxn modelId="{50580E48-50ED-420A-BB52-BD9C2468D3C6}" srcId="{909C19C3-3345-4DC9-AA4E-92CE859C6D92}" destId="{AB664A9D-AADF-4BAB-881A-D046FF92595B}" srcOrd="0" destOrd="0" parTransId="{C9EFDFAE-47E9-414B-84C1-4942CFB00089}" sibTransId="{C7EEE567-6822-40F6-B724-8772A4AB5E98}"/>
    <dgm:cxn modelId="{F347314F-6C53-42EE-A7CD-04FB93D70ADA}" type="presOf" srcId="{1C15B439-C93B-48C4-AE17-FD03D7C9E656}" destId="{5CD61574-E7A2-414A-B559-E622A9A77BC6}" srcOrd="0" destOrd="0" presId="urn:microsoft.com/office/officeart/2018/2/layout/IconVerticalSolidList"/>
    <dgm:cxn modelId="{4FBACDDA-6BEF-43A3-B2FB-9E1E75C172C2}" type="presOf" srcId="{909C19C3-3345-4DC9-AA4E-92CE859C6D92}" destId="{18C1D1C0-E77C-4F3A-943B-9416E16D1B5C}" srcOrd="0" destOrd="0" presId="urn:microsoft.com/office/officeart/2018/2/layout/IconVerticalSolidList"/>
    <dgm:cxn modelId="{88CBF2C4-4DA7-4403-8C6C-F9EAF035A717}" type="presParOf" srcId="{18C1D1C0-E77C-4F3A-943B-9416E16D1B5C}" destId="{ECC1C8DF-B810-4416-B1CF-E0F159DAC8AE}" srcOrd="0" destOrd="0" presId="urn:microsoft.com/office/officeart/2018/2/layout/IconVerticalSolidList"/>
    <dgm:cxn modelId="{D5265550-FBD7-426F-8035-82430304121F}" type="presParOf" srcId="{ECC1C8DF-B810-4416-B1CF-E0F159DAC8AE}" destId="{63EC4E72-6E70-4AB2-99F9-F6C59E051626}" srcOrd="0" destOrd="0" presId="urn:microsoft.com/office/officeart/2018/2/layout/IconVerticalSolidList"/>
    <dgm:cxn modelId="{1B3DE316-EE1B-4D72-AAAF-3E00D7AD3A55}" type="presParOf" srcId="{ECC1C8DF-B810-4416-B1CF-E0F159DAC8AE}" destId="{C4699C46-F167-44AC-9E51-0DAEBC03C95A}" srcOrd="1" destOrd="0" presId="urn:microsoft.com/office/officeart/2018/2/layout/IconVerticalSolidList"/>
    <dgm:cxn modelId="{42B5B78E-0F62-4FF7-B6AA-EBB9161F60B3}" type="presParOf" srcId="{ECC1C8DF-B810-4416-B1CF-E0F159DAC8AE}" destId="{EE26844A-9657-48F9-B4BA-DDEB3A3EF30B}" srcOrd="2" destOrd="0" presId="urn:microsoft.com/office/officeart/2018/2/layout/IconVerticalSolidList"/>
    <dgm:cxn modelId="{BA4DE969-2432-42E6-A1D3-A7E2710F3061}" type="presParOf" srcId="{ECC1C8DF-B810-4416-B1CF-E0F159DAC8AE}" destId="{732B2776-A0F8-428D-AD76-0BF9F3FE4505}" srcOrd="3" destOrd="0" presId="urn:microsoft.com/office/officeart/2018/2/layout/IconVerticalSolidList"/>
    <dgm:cxn modelId="{2BEF54B1-C41B-4F4A-8A7A-83B093E38980}" type="presParOf" srcId="{18C1D1C0-E77C-4F3A-943B-9416E16D1B5C}" destId="{F4C44BBA-5F44-44AE-A1AD-CFFAD9958CB4}" srcOrd="1" destOrd="0" presId="urn:microsoft.com/office/officeart/2018/2/layout/IconVerticalSolidList"/>
    <dgm:cxn modelId="{9D5BAE1F-522B-450F-BB30-C9EE4318925F}" type="presParOf" srcId="{18C1D1C0-E77C-4F3A-943B-9416E16D1B5C}" destId="{EA0CC642-A71F-4F8A-BD6A-7148976C281A}" srcOrd="2" destOrd="0" presId="urn:microsoft.com/office/officeart/2018/2/layout/IconVerticalSolidList"/>
    <dgm:cxn modelId="{378C74C8-962E-4539-81B1-FDF491F3498E}" type="presParOf" srcId="{EA0CC642-A71F-4F8A-BD6A-7148976C281A}" destId="{8C161976-63B7-4F60-8AFA-86EF711C0F12}" srcOrd="0" destOrd="0" presId="urn:microsoft.com/office/officeart/2018/2/layout/IconVerticalSolidList"/>
    <dgm:cxn modelId="{317D0EC9-9F92-434E-AF0F-C39EDB30D96C}" type="presParOf" srcId="{EA0CC642-A71F-4F8A-BD6A-7148976C281A}" destId="{6B551ADA-CDF2-400C-B968-C3B627C7D945}" srcOrd="1" destOrd="0" presId="urn:microsoft.com/office/officeart/2018/2/layout/IconVerticalSolidList"/>
    <dgm:cxn modelId="{7540C6DE-3D93-4FA4-B79C-ED6D26948BEB}" type="presParOf" srcId="{EA0CC642-A71F-4F8A-BD6A-7148976C281A}" destId="{04338A5A-FC4A-42FC-885B-656CD80B4623}" srcOrd="2" destOrd="0" presId="urn:microsoft.com/office/officeart/2018/2/layout/IconVerticalSolidList"/>
    <dgm:cxn modelId="{ECB170B4-0A0D-4045-96E6-7C4C0D9AB847}" type="presParOf" srcId="{EA0CC642-A71F-4F8A-BD6A-7148976C281A}" destId="{5CD61574-E7A2-414A-B559-E622A9A77B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488CFA-E554-433D-8756-DB645DCB70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C51450-41E2-431C-B6DC-14A9818050D8}">
      <dgm:prSet/>
      <dgm:spPr/>
      <dgm:t>
        <a:bodyPr/>
        <a:lstStyle/>
        <a:p>
          <a:r>
            <a:rPr lang="en-US"/>
            <a:t>Further investigation is recommended to identify additional factors influencing response time.</a:t>
          </a:r>
        </a:p>
      </dgm:t>
    </dgm:pt>
    <dgm:pt modelId="{65AECBC8-B8AB-4D87-B870-B6140A9BEA2D}" type="parTrans" cxnId="{86460341-C5A7-4C8A-904F-294B6DA0EAC9}">
      <dgm:prSet/>
      <dgm:spPr/>
      <dgm:t>
        <a:bodyPr/>
        <a:lstStyle/>
        <a:p>
          <a:endParaRPr lang="en-US"/>
        </a:p>
      </dgm:t>
    </dgm:pt>
    <dgm:pt modelId="{4C331CB9-EC73-4476-B827-D577C8E0EDDB}" type="sibTrans" cxnId="{86460341-C5A7-4C8A-904F-294B6DA0EAC9}">
      <dgm:prSet/>
      <dgm:spPr/>
      <dgm:t>
        <a:bodyPr/>
        <a:lstStyle/>
        <a:p>
          <a:endParaRPr lang="en-US"/>
        </a:p>
      </dgm:t>
    </dgm:pt>
    <dgm:pt modelId="{29A95C23-21D6-49AB-90BB-37DC88D9DB85}">
      <dgm:prSet/>
      <dgm:spPr/>
      <dgm:t>
        <a:bodyPr/>
        <a:lstStyle/>
        <a:p>
          <a:r>
            <a:rPr lang="en-US"/>
            <a:t>Simply reducing token count may not be an effective standalone strategy for significantly improving response time.</a:t>
          </a:r>
        </a:p>
      </dgm:t>
    </dgm:pt>
    <dgm:pt modelId="{5F806593-D553-4545-AD29-85F7170E04AA}" type="parTrans" cxnId="{C86DF3B2-676E-4515-9337-FD4442B18E7B}">
      <dgm:prSet/>
      <dgm:spPr/>
      <dgm:t>
        <a:bodyPr/>
        <a:lstStyle/>
        <a:p>
          <a:endParaRPr lang="en-US"/>
        </a:p>
      </dgm:t>
    </dgm:pt>
    <dgm:pt modelId="{6A21FF57-7DAD-4425-8C12-D5529FD86695}" type="sibTrans" cxnId="{C86DF3B2-676E-4515-9337-FD4442B18E7B}">
      <dgm:prSet/>
      <dgm:spPr/>
      <dgm:t>
        <a:bodyPr/>
        <a:lstStyle/>
        <a:p>
          <a:endParaRPr lang="en-US"/>
        </a:p>
      </dgm:t>
    </dgm:pt>
    <dgm:pt modelId="{E5B8C937-4DE6-4FC1-8DE3-DA5FF53B3E15}" type="pres">
      <dgm:prSet presAssocID="{3A488CFA-E554-433D-8756-DB645DCB70FF}" presName="root" presStyleCnt="0">
        <dgm:presLayoutVars>
          <dgm:dir/>
          <dgm:resizeHandles val="exact"/>
        </dgm:presLayoutVars>
      </dgm:prSet>
      <dgm:spPr/>
    </dgm:pt>
    <dgm:pt modelId="{22081F57-B70C-42D1-9ECA-854DDD6953DD}" type="pres">
      <dgm:prSet presAssocID="{1EC51450-41E2-431C-B6DC-14A9818050D8}" presName="compNode" presStyleCnt="0"/>
      <dgm:spPr/>
    </dgm:pt>
    <dgm:pt modelId="{7C5E2FA6-0578-4808-B95E-79E71BCD9F19}" type="pres">
      <dgm:prSet presAssocID="{1EC51450-41E2-431C-B6DC-14A9818050D8}" presName="bgRect" presStyleLbl="bgShp" presStyleIdx="0" presStyleCnt="2"/>
      <dgm:spPr/>
    </dgm:pt>
    <dgm:pt modelId="{85DA8DCA-1B1E-4685-BCED-9A8EB7FB68FB}" type="pres">
      <dgm:prSet presAssocID="{1EC51450-41E2-431C-B6DC-14A9818050D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4ABDDEFC-F0CC-4133-9EA9-FD2B75711AF7}" type="pres">
      <dgm:prSet presAssocID="{1EC51450-41E2-431C-B6DC-14A9818050D8}" presName="spaceRect" presStyleCnt="0"/>
      <dgm:spPr/>
    </dgm:pt>
    <dgm:pt modelId="{A98433AD-067E-4DAA-A6D9-CD76009AE7EC}" type="pres">
      <dgm:prSet presAssocID="{1EC51450-41E2-431C-B6DC-14A9818050D8}" presName="parTx" presStyleLbl="revTx" presStyleIdx="0" presStyleCnt="2">
        <dgm:presLayoutVars>
          <dgm:chMax val="0"/>
          <dgm:chPref val="0"/>
        </dgm:presLayoutVars>
      </dgm:prSet>
      <dgm:spPr/>
    </dgm:pt>
    <dgm:pt modelId="{9E3FB38D-6E13-4B91-B70E-B95F7C58231D}" type="pres">
      <dgm:prSet presAssocID="{4C331CB9-EC73-4476-B827-D577C8E0EDDB}" presName="sibTrans" presStyleCnt="0"/>
      <dgm:spPr/>
    </dgm:pt>
    <dgm:pt modelId="{058FE06F-FDEA-4ABD-9EF2-62F187E48B39}" type="pres">
      <dgm:prSet presAssocID="{29A95C23-21D6-49AB-90BB-37DC88D9DB85}" presName="compNode" presStyleCnt="0"/>
      <dgm:spPr/>
    </dgm:pt>
    <dgm:pt modelId="{8A003BC4-02AD-4C03-A11B-E68FDAF5C016}" type="pres">
      <dgm:prSet presAssocID="{29A95C23-21D6-49AB-90BB-37DC88D9DB85}" presName="bgRect" presStyleLbl="bgShp" presStyleIdx="1" presStyleCnt="2"/>
      <dgm:spPr/>
    </dgm:pt>
    <dgm:pt modelId="{FE9C5A54-BE4D-4E4F-8415-809111193A24}" type="pres">
      <dgm:prSet presAssocID="{29A95C23-21D6-49AB-90BB-37DC88D9DB8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онети"/>
        </a:ext>
      </dgm:extLst>
    </dgm:pt>
    <dgm:pt modelId="{5697CD01-AF0C-4015-ACF0-9CAB269762C1}" type="pres">
      <dgm:prSet presAssocID="{29A95C23-21D6-49AB-90BB-37DC88D9DB85}" presName="spaceRect" presStyleCnt="0"/>
      <dgm:spPr/>
    </dgm:pt>
    <dgm:pt modelId="{58CE86F4-35D8-4767-8A0C-A9AC7E04A698}" type="pres">
      <dgm:prSet presAssocID="{29A95C23-21D6-49AB-90BB-37DC88D9DB8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1023123-4F2E-413E-BD2B-7F28D8CABCAF}" type="presOf" srcId="{29A95C23-21D6-49AB-90BB-37DC88D9DB85}" destId="{58CE86F4-35D8-4767-8A0C-A9AC7E04A698}" srcOrd="0" destOrd="0" presId="urn:microsoft.com/office/officeart/2018/2/layout/IconVerticalSolidList"/>
    <dgm:cxn modelId="{86460341-C5A7-4C8A-904F-294B6DA0EAC9}" srcId="{3A488CFA-E554-433D-8756-DB645DCB70FF}" destId="{1EC51450-41E2-431C-B6DC-14A9818050D8}" srcOrd="0" destOrd="0" parTransId="{65AECBC8-B8AB-4D87-B870-B6140A9BEA2D}" sibTransId="{4C331CB9-EC73-4476-B827-D577C8E0EDDB}"/>
    <dgm:cxn modelId="{C86DF3B2-676E-4515-9337-FD4442B18E7B}" srcId="{3A488CFA-E554-433D-8756-DB645DCB70FF}" destId="{29A95C23-21D6-49AB-90BB-37DC88D9DB85}" srcOrd="1" destOrd="0" parTransId="{5F806593-D553-4545-AD29-85F7170E04AA}" sibTransId="{6A21FF57-7DAD-4425-8C12-D5529FD86695}"/>
    <dgm:cxn modelId="{B2C4F1BC-B6F3-4EAA-93D0-2A94E0090871}" type="presOf" srcId="{1EC51450-41E2-431C-B6DC-14A9818050D8}" destId="{A98433AD-067E-4DAA-A6D9-CD76009AE7EC}" srcOrd="0" destOrd="0" presId="urn:microsoft.com/office/officeart/2018/2/layout/IconVerticalSolidList"/>
    <dgm:cxn modelId="{E616A9C1-A07C-4AF7-B7E3-549F6607DB0E}" type="presOf" srcId="{3A488CFA-E554-433D-8756-DB645DCB70FF}" destId="{E5B8C937-4DE6-4FC1-8DE3-DA5FF53B3E15}" srcOrd="0" destOrd="0" presId="urn:microsoft.com/office/officeart/2018/2/layout/IconVerticalSolidList"/>
    <dgm:cxn modelId="{1EA31218-089C-4491-83B9-602713332E1D}" type="presParOf" srcId="{E5B8C937-4DE6-4FC1-8DE3-DA5FF53B3E15}" destId="{22081F57-B70C-42D1-9ECA-854DDD6953DD}" srcOrd="0" destOrd="0" presId="urn:microsoft.com/office/officeart/2018/2/layout/IconVerticalSolidList"/>
    <dgm:cxn modelId="{4F55C68E-950F-4150-9447-ECA02078A875}" type="presParOf" srcId="{22081F57-B70C-42D1-9ECA-854DDD6953DD}" destId="{7C5E2FA6-0578-4808-B95E-79E71BCD9F19}" srcOrd="0" destOrd="0" presId="urn:microsoft.com/office/officeart/2018/2/layout/IconVerticalSolidList"/>
    <dgm:cxn modelId="{9BFBDB92-1ED5-4A40-A4F5-A71C5B91743F}" type="presParOf" srcId="{22081F57-B70C-42D1-9ECA-854DDD6953DD}" destId="{85DA8DCA-1B1E-4685-BCED-9A8EB7FB68FB}" srcOrd="1" destOrd="0" presId="urn:microsoft.com/office/officeart/2018/2/layout/IconVerticalSolidList"/>
    <dgm:cxn modelId="{D2ECC1D0-A292-4748-AFC5-7EE76B4EF635}" type="presParOf" srcId="{22081F57-B70C-42D1-9ECA-854DDD6953DD}" destId="{4ABDDEFC-F0CC-4133-9EA9-FD2B75711AF7}" srcOrd="2" destOrd="0" presId="urn:microsoft.com/office/officeart/2018/2/layout/IconVerticalSolidList"/>
    <dgm:cxn modelId="{E7467B9B-3F36-442F-B5E4-0F575D58255A}" type="presParOf" srcId="{22081F57-B70C-42D1-9ECA-854DDD6953DD}" destId="{A98433AD-067E-4DAA-A6D9-CD76009AE7EC}" srcOrd="3" destOrd="0" presId="urn:microsoft.com/office/officeart/2018/2/layout/IconVerticalSolidList"/>
    <dgm:cxn modelId="{5F007D49-D29F-4F1A-AB33-3F1CF6C9AB5D}" type="presParOf" srcId="{E5B8C937-4DE6-4FC1-8DE3-DA5FF53B3E15}" destId="{9E3FB38D-6E13-4B91-B70E-B95F7C58231D}" srcOrd="1" destOrd="0" presId="urn:microsoft.com/office/officeart/2018/2/layout/IconVerticalSolidList"/>
    <dgm:cxn modelId="{5257BB2B-A74B-4232-8B69-46235301AABE}" type="presParOf" srcId="{E5B8C937-4DE6-4FC1-8DE3-DA5FF53B3E15}" destId="{058FE06F-FDEA-4ABD-9EF2-62F187E48B39}" srcOrd="2" destOrd="0" presId="urn:microsoft.com/office/officeart/2018/2/layout/IconVerticalSolidList"/>
    <dgm:cxn modelId="{51FC4E8F-B24D-46BA-91C2-E3CF2C00110F}" type="presParOf" srcId="{058FE06F-FDEA-4ABD-9EF2-62F187E48B39}" destId="{8A003BC4-02AD-4C03-A11B-E68FDAF5C016}" srcOrd="0" destOrd="0" presId="urn:microsoft.com/office/officeart/2018/2/layout/IconVerticalSolidList"/>
    <dgm:cxn modelId="{998D7C37-50A7-462D-B669-1DA49D98915F}" type="presParOf" srcId="{058FE06F-FDEA-4ABD-9EF2-62F187E48B39}" destId="{FE9C5A54-BE4D-4E4F-8415-809111193A24}" srcOrd="1" destOrd="0" presId="urn:microsoft.com/office/officeart/2018/2/layout/IconVerticalSolidList"/>
    <dgm:cxn modelId="{56B59EF5-7B3A-40F8-A4AA-04FDA46448BB}" type="presParOf" srcId="{058FE06F-FDEA-4ABD-9EF2-62F187E48B39}" destId="{5697CD01-AF0C-4015-ACF0-9CAB269762C1}" srcOrd="2" destOrd="0" presId="urn:microsoft.com/office/officeart/2018/2/layout/IconVerticalSolidList"/>
    <dgm:cxn modelId="{725310DC-0F94-4D52-9F90-3086D835EF99}" type="presParOf" srcId="{058FE06F-FDEA-4ABD-9EF2-62F187E48B39}" destId="{58CE86F4-35D8-4767-8A0C-A9AC7E04A6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C3CD6-A4D7-4065-9266-3E40E5190E99}">
      <dsp:nvSpPr>
        <dsp:cNvPr id="0" name=""/>
        <dsp:cNvSpPr/>
      </dsp:nvSpPr>
      <dsp:spPr>
        <a:xfrm>
          <a:off x="252704" y="206215"/>
          <a:ext cx="1356750" cy="1356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A3B37-3D23-450D-ACD7-EFB76C3E9E4E}">
      <dsp:nvSpPr>
        <dsp:cNvPr id="0" name=""/>
        <dsp:cNvSpPr/>
      </dsp:nvSpPr>
      <dsp:spPr>
        <a:xfrm>
          <a:off x="537622" y="491133"/>
          <a:ext cx="786915" cy="7869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8EBF7-C2FB-48D7-8192-145DE98F9211}">
      <dsp:nvSpPr>
        <dsp:cNvPr id="0" name=""/>
        <dsp:cNvSpPr/>
      </dsp:nvSpPr>
      <dsp:spPr>
        <a:xfrm>
          <a:off x="1900188" y="206215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from total_tokens_vs_invoke_chain_time.csv was analyzed using Python libraries (Pandas, Seaborn, Matplotlib.Pyplot and Duckdb).</a:t>
          </a:r>
        </a:p>
      </dsp:txBody>
      <dsp:txXfrm>
        <a:off x="1900188" y="206215"/>
        <a:ext cx="3198055" cy="1356750"/>
      </dsp:txXfrm>
    </dsp:sp>
    <dsp:sp modelId="{33E522A4-FD9C-4A5E-AD9A-761AAF02CB18}">
      <dsp:nvSpPr>
        <dsp:cNvPr id="0" name=""/>
        <dsp:cNvSpPr/>
      </dsp:nvSpPr>
      <dsp:spPr>
        <a:xfrm>
          <a:off x="5655480" y="206215"/>
          <a:ext cx="1356750" cy="1356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29120-79FF-4B8C-899F-05D794632DEA}">
      <dsp:nvSpPr>
        <dsp:cNvPr id="0" name=""/>
        <dsp:cNvSpPr/>
      </dsp:nvSpPr>
      <dsp:spPr>
        <a:xfrm>
          <a:off x="5940398" y="491133"/>
          <a:ext cx="786915" cy="7869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CC97B-D339-4269-825A-1C37C23E7969}">
      <dsp:nvSpPr>
        <dsp:cNvPr id="0" name=""/>
        <dsp:cNvSpPr/>
      </dsp:nvSpPr>
      <dsp:spPr>
        <a:xfrm>
          <a:off x="7302964" y="206215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Scatter and regression plots were generated to visualize the data.</a:t>
          </a:r>
        </a:p>
      </dsp:txBody>
      <dsp:txXfrm>
        <a:off x="7302964" y="206215"/>
        <a:ext cx="3198055" cy="1356750"/>
      </dsp:txXfrm>
    </dsp:sp>
    <dsp:sp modelId="{0F60FA85-D9E3-4E33-8E36-F6A16880FB27}">
      <dsp:nvSpPr>
        <dsp:cNvPr id="0" name=""/>
        <dsp:cNvSpPr/>
      </dsp:nvSpPr>
      <dsp:spPr>
        <a:xfrm>
          <a:off x="252704" y="2203218"/>
          <a:ext cx="1356750" cy="1356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39FA1-4763-4F42-BC26-F5471C1475DA}">
      <dsp:nvSpPr>
        <dsp:cNvPr id="0" name=""/>
        <dsp:cNvSpPr/>
      </dsp:nvSpPr>
      <dsp:spPr>
        <a:xfrm>
          <a:off x="537622" y="2488135"/>
          <a:ext cx="786915" cy="7869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3B6CD-E553-4B07-99B1-BFC91155E2AE}">
      <dsp:nvSpPr>
        <dsp:cNvPr id="0" name=""/>
        <dsp:cNvSpPr/>
      </dsp:nvSpPr>
      <dsp:spPr>
        <a:xfrm>
          <a:off x="1900188" y="2203218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correlation coefficient was calculated to quantify the relationship.</a:t>
          </a:r>
        </a:p>
      </dsp:txBody>
      <dsp:txXfrm>
        <a:off x="1900188" y="2203218"/>
        <a:ext cx="3198055" cy="1356750"/>
      </dsp:txXfrm>
    </dsp:sp>
    <dsp:sp modelId="{A9B5888B-D6E8-42D2-8D0D-F6AEA56FC2DC}">
      <dsp:nvSpPr>
        <dsp:cNvPr id="0" name=""/>
        <dsp:cNvSpPr/>
      </dsp:nvSpPr>
      <dsp:spPr>
        <a:xfrm>
          <a:off x="5655480" y="2203218"/>
          <a:ext cx="1356750" cy="13567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A7FF4-81C9-49D9-A79B-07282667E453}">
      <dsp:nvSpPr>
        <dsp:cNvPr id="0" name=""/>
        <dsp:cNvSpPr/>
      </dsp:nvSpPr>
      <dsp:spPr>
        <a:xfrm>
          <a:off x="5940398" y="2488135"/>
          <a:ext cx="786915" cy="7869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6B99D-809E-47EF-B235-2E80E55CCA51}">
      <dsp:nvSpPr>
        <dsp:cNvPr id="0" name=""/>
        <dsp:cNvSpPr/>
      </dsp:nvSpPr>
      <dsp:spPr>
        <a:xfrm>
          <a:off x="7302964" y="2203218"/>
          <a:ext cx="3198055" cy="135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was binned into quartiles to identify potential thresholds in token count affecting response times.</a:t>
          </a:r>
        </a:p>
      </dsp:txBody>
      <dsp:txXfrm>
        <a:off x="7302964" y="2203218"/>
        <a:ext cx="3198055" cy="1356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C4E72-6E70-4AB2-99F9-F6C59E051626}">
      <dsp:nvSpPr>
        <dsp:cNvPr id="0" name=""/>
        <dsp:cNvSpPr/>
      </dsp:nvSpPr>
      <dsp:spPr>
        <a:xfrm>
          <a:off x="0" y="892571"/>
          <a:ext cx="6254724" cy="16478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99C46-F167-44AC-9E51-0DAEBC03C95A}">
      <dsp:nvSpPr>
        <dsp:cNvPr id="0" name=""/>
        <dsp:cNvSpPr/>
      </dsp:nvSpPr>
      <dsp:spPr>
        <a:xfrm>
          <a:off x="498467" y="1263332"/>
          <a:ext cx="906303" cy="9063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B2776-A0F8-428D-AD76-0BF9F3FE4505}">
      <dsp:nvSpPr>
        <dsp:cNvPr id="0" name=""/>
        <dsp:cNvSpPr/>
      </dsp:nvSpPr>
      <dsp:spPr>
        <a:xfrm>
          <a:off x="1903237" y="892571"/>
          <a:ext cx="4351486" cy="164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95" tIns="174395" rIns="174395" bIns="174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Calculated value: 0.245</a:t>
          </a:r>
        </a:p>
      </dsp:txBody>
      <dsp:txXfrm>
        <a:off x="1903237" y="892571"/>
        <a:ext cx="4351486" cy="1647825"/>
      </dsp:txXfrm>
    </dsp:sp>
    <dsp:sp modelId="{8C161976-63B7-4F60-8AFA-86EF711C0F12}">
      <dsp:nvSpPr>
        <dsp:cNvPr id="0" name=""/>
        <dsp:cNvSpPr/>
      </dsp:nvSpPr>
      <dsp:spPr>
        <a:xfrm>
          <a:off x="0" y="2952353"/>
          <a:ext cx="6254724" cy="16478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51ADA-CDF2-400C-B968-C3B627C7D945}">
      <dsp:nvSpPr>
        <dsp:cNvPr id="0" name=""/>
        <dsp:cNvSpPr/>
      </dsp:nvSpPr>
      <dsp:spPr>
        <a:xfrm>
          <a:off x="498467" y="3323113"/>
          <a:ext cx="906303" cy="9063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61574-E7A2-414A-B559-E622A9A77BC6}">
      <dsp:nvSpPr>
        <dsp:cNvPr id="0" name=""/>
        <dsp:cNvSpPr/>
      </dsp:nvSpPr>
      <dsp:spPr>
        <a:xfrm>
          <a:off x="1903237" y="2952353"/>
          <a:ext cx="4351486" cy="164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95" tIns="174395" rIns="174395" bIns="174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Indicates a positive but weak linear relationship between token count and response time.</a:t>
          </a:r>
        </a:p>
      </dsp:txBody>
      <dsp:txXfrm>
        <a:off x="1903237" y="2952353"/>
        <a:ext cx="4351486" cy="16478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E2FA6-0578-4808-B95E-79E71BCD9F19}">
      <dsp:nvSpPr>
        <dsp:cNvPr id="0" name=""/>
        <dsp:cNvSpPr/>
      </dsp:nvSpPr>
      <dsp:spPr>
        <a:xfrm>
          <a:off x="0" y="892571"/>
          <a:ext cx="6254724" cy="16478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A8DCA-1B1E-4685-BCED-9A8EB7FB68FB}">
      <dsp:nvSpPr>
        <dsp:cNvPr id="0" name=""/>
        <dsp:cNvSpPr/>
      </dsp:nvSpPr>
      <dsp:spPr>
        <a:xfrm>
          <a:off x="498467" y="1263332"/>
          <a:ext cx="906303" cy="9063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433AD-067E-4DAA-A6D9-CD76009AE7EC}">
      <dsp:nvSpPr>
        <dsp:cNvPr id="0" name=""/>
        <dsp:cNvSpPr/>
      </dsp:nvSpPr>
      <dsp:spPr>
        <a:xfrm>
          <a:off x="1903237" y="892571"/>
          <a:ext cx="4351486" cy="164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95" tIns="174395" rIns="174395" bIns="17439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Further investigation is recommended to identify additional factors influencing response time.</a:t>
          </a:r>
        </a:p>
      </dsp:txBody>
      <dsp:txXfrm>
        <a:off x="1903237" y="892571"/>
        <a:ext cx="4351486" cy="1647825"/>
      </dsp:txXfrm>
    </dsp:sp>
    <dsp:sp modelId="{8A003BC4-02AD-4C03-A11B-E68FDAF5C016}">
      <dsp:nvSpPr>
        <dsp:cNvPr id="0" name=""/>
        <dsp:cNvSpPr/>
      </dsp:nvSpPr>
      <dsp:spPr>
        <a:xfrm>
          <a:off x="0" y="2952353"/>
          <a:ext cx="6254724" cy="16478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C5A54-BE4D-4E4F-8415-809111193A24}">
      <dsp:nvSpPr>
        <dsp:cNvPr id="0" name=""/>
        <dsp:cNvSpPr/>
      </dsp:nvSpPr>
      <dsp:spPr>
        <a:xfrm>
          <a:off x="498467" y="3323113"/>
          <a:ext cx="906303" cy="9063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E86F4-35D8-4767-8A0C-A9AC7E04A698}">
      <dsp:nvSpPr>
        <dsp:cNvPr id="0" name=""/>
        <dsp:cNvSpPr/>
      </dsp:nvSpPr>
      <dsp:spPr>
        <a:xfrm>
          <a:off x="1903237" y="2952353"/>
          <a:ext cx="4351486" cy="164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95" tIns="174395" rIns="174395" bIns="17439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Simply reducing token count may not be an effective standalone strategy for significantly improving response time.</a:t>
          </a:r>
        </a:p>
      </dsp:txBody>
      <dsp:txXfrm>
        <a:off x="1903237" y="2952353"/>
        <a:ext cx="4351486" cy="1647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70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968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36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990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455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8916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574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622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3154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0236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549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F75B3C8-5D60-49BE-955D-22E844F871A7}" type="datetimeFigureOut">
              <a:rPr lang="uk-UA" smtClean="0"/>
              <a:t>24.04.2024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D7027E5-17EC-495E-9D53-F78A4A2152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9459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C7E1896-2992-48D4-85AC-95AB8AB14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5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CC80-A414-4836-2979-80CBB5FE6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6"/>
            <a:ext cx="6609413" cy="5325533"/>
          </a:xfrm>
        </p:spPr>
        <p:txBody>
          <a:bodyPr anchor="ctr">
            <a:normAutofit/>
          </a:bodyPr>
          <a:lstStyle/>
          <a:p>
            <a:r>
              <a:rPr lang="en-US" sz="6700" b="1"/>
              <a:t>Analysis of Query Length and Response Time in GPT-4 Model</a:t>
            </a:r>
            <a:br>
              <a:rPr lang="en-US" sz="6700" b="1"/>
            </a:br>
            <a:endParaRPr lang="uk-UA" sz="670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08B93E-0C39-407B-943D-71F2BAFB4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4" y="0"/>
            <a:ext cx="46573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B4ED6A4-2F20-A7A4-2C6E-CB8FB7FE8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6384" y="643467"/>
            <a:ext cx="3692149" cy="5452532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Vladylena Halchuk</a:t>
            </a:r>
            <a:endParaRPr lang="uk-UA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02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36427-40B7-04D7-E589-8DBF6EB03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Objective:</a:t>
            </a:r>
            <a:endParaRPr lang="uk-UA" sz="4400">
              <a:solidFill>
                <a:srgbClr val="FFFFFF"/>
              </a:solidFill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AA42D58-FE4A-D965-3D5F-09723FA9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US" dirty="0"/>
              <a:t>Determine if there's a significant impact of query length (measured in tokens) on the response time of the GPT-4 model.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380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65875-BB8B-BF49-2EAE-BD950735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Methodology:</a:t>
            </a:r>
            <a:endParaRPr lang="uk-UA" dirty="0"/>
          </a:p>
        </p:txBody>
      </p:sp>
      <p:graphicFrame>
        <p:nvGraphicFramePr>
          <p:cNvPr id="8" name="Місце для вмісту 2">
            <a:extLst>
              <a:ext uri="{FF2B5EF4-FFF2-40B4-BE49-F238E27FC236}">
                <a16:creationId xmlns:a16="http://schemas.microsoft.com/office/drawing/2014/main" id="{26EC1BCF-407C-1922-C70D-40E7DC8D57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610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48D1A-008F-D911-BB0C-FD6BE25A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1. Scatter Plot Analysis: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7" name="Місце для вмісту 6" descr="Зображення, що містить текст, знімок екрана, схема&#10;&#10;Автоматично згенерований опис">
            <a:extLst>
              <a:ext uri="{FF2B5EF4-FFF2-40B4-BE49-F238E27FC236}">
                <a16:creationId xmlns:a16="http://schemas.microsoft.com/office/drawing/2014/main" id="{5CCBFCA9-D15C-8BC8-EBB8-60DDCFAAA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51" b="1"/>
          <a:stretch/>
        </p:blipFill>
        <p:spPr>
          <a:xfrm>
            <a:off x="633999" y="640080"/>
            <a:ext cx="6278529" cy="5588101"/>
          </a:xfrm>
          <a:prstGeom prst="rect">
            <a:avLst/>
          </a:prstGeom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4F82E74-1768-B81F-5CB0-48E4486FCB9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/>
              <a:t>Concentration of points suggests shorter response times for queries with fewer tokens.</a:t>
            </a:r>
          </a:p>
          <a:p>
            <a:r>
              <a:rPr lang="en-US" sz="1800" dirty="0"/>
              <a:t>As token count increases, response times show greater variability.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4940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48D1A-008F-D911-BB0C-FD6BE25A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2. Regression Analysis: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6" name="Місце для вмісту 5" descr="Зображення, що містить знімок екрана, текст, ряд, Графік&#10;&#10;Автоматично згенерований опис">
            <a:extLst>
              <a:ext uri="{FF2B5EF4-FFF2-40B4-BE49-F238E27FC236}">
                <a16:creationId xmlns:a16="http://schemas.microsoft.com/office/drawing/2014/main" id="{0EBADECF-B725-E5B1-C68F-23078325D9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51" b="1"/>
          <a:stretch/>
        </p:blipFill>
        <p:spPr>
          <a:xfrm>
            <a:off x="633999" y="640080"/>
            <a:ext cx="6278529" cy="5588101"/>
          </a:xfrm>
          <a:prstGeom prst="rect">
            <a:avLst/>
          </a:prstGeom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4F82E74-1768-B81F-5CB0-48E4486FC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A positive trend line indicates response times tend to increase with more tokens.</a:t>
            </a:r>
          </a:p>
          <a:p>
            <a:r>
              <a:rPr lang="en-US" sz="1800"/>
              <a:t>The wide confidence interval at higher token counts suggests more variability.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36718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AFA9A5-03CC-4F94-B964-70682CDB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48D1A-008F-D911-BB0C-FD6BE25A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3467051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100" b="1">
                <a:solidFill>
                  <a:srgbClr val="FFFFFF"/>
                </a:solidFill>
              </a:rPr>
              <a:t>3. Average Response Time by Token Bins:</a:t>
            </a:r>
            <a:endParaRPr lang="en-US" sz="5100">
              <a:solidFill>
                <a:srgbClr val="FFFFFF"/>
              </a:solidFill>
            </a:endParaRP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4F82E74-1768-B81F-5CB0-48E4486FC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513" y="4206876"/>
            <a:ext cx="3403042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  <a:latin typeface="+mj-lt"/>
              </a:rPr>
              <a:t>Quartile analysis does not show a consistent increase in response time with token count.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B36B60-731F-409B-A240-BBF521AB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Місце для вмісту 5" descr="Зображення, що містить текст, знімок екрана, схема, Графік&#10;&#10;Автоматично згенерований опис">
            <a:extLst>
              <a:ext uri="{FF2B5EF4-FFF2-40B4-BE49-F238E27FC236}">
                <a16:creationId xmlns:a16="http://schemas.microsoft.com/office/drawing/2014/main" id="{B2B658BF-6B94-B327-3E31-D50FDDAA98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520" y="918748"/>
            <a:ext cx="6266016" cy="466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1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2C7CB31-5D63-FDE5-02D4-5E3260A6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FFFFFF"/>
                </a:solidFill>
              </a:rPr>
              <a:t>Correlation Coefficient:</a:t>
            </a:r>
            <a:endParaRPr lang="uk-UA" sz="6000">
              <a:solidFill>
                <a:srgbClr val="FFFFFF"/>
              </a:solidFill>
            </a:endParaRPr>
          </a:p>
        </p:txBody>
      </p:sp>
      <p:graphicFrame>
        <p:nvGraphicFramePr>
          <p:cNvPr id="20" name="Місце для вмісту 5">
            <a:extLst>
              <a:ext uri="{FF2B5EF4-FFF2-40B4-BE49-F238E27FC236}">
                <a16:creationId xmlns:a16="http://schemas.microsoft.com/office/drawing/2014/main" id="{4217132E-F62C-1A3D-3284-CDEF350A8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694952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141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82880-C71E-6059-327B-86EEFD62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Conclusion:</a:t>
            </a:r>
            <a:endParaRPr lang="uk-UA" sz="4400">
              <a:solidFill>
                <a:srgbClr val="FFFFFF"/>
              </a:solidFill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A210DB-B70A-F410-178A-6A7F129D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US" dirty="0"/>
              <a:t>While there is a positive relationship between the number of tokens in a query and the GPT-4 model's response time, the relationship is weak. The response time does not consistently increase with the number of tokens across the observed data range. Other unexamined factors may also play a significant role in response times.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68314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8E211-D999-FB69-F09E-3973748D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FFFFFF"/>
                </a:solidFill>
              </a:rPr>
              <a:t>Recommendations:</a:t>
            </a:r>
            <a:endParaRPr lang="uk-UA" sz="3800">
              <a:solidFill>
                <a:srgbClr val="FFFFFF"/>
              </a:solidFill>
            </a:endParaRPr>
          </a:p>
        </p:txBody>
      </p:sp>
      <p:graphicFrame>
        <p:nvGraphicFramePr>
          <p:cNvPr id="5" name="Місце для вмісту 2">
            <a:extLst>
              <a:ext uri="{FF2B5EF4-FFF2-40B4-BE49-F238E27FC236}">
                <a16:creationId xmlns:a16="http://schemas.microsoft.com/office/drawing/2014/main" id="{F1D1F029-E23B-D6AF-CE77-0C8BDBA1EE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6174531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153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36B62D-34E6-41D4-B3AA-AC21AB38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4BA0FC-4FB4-0E8E-F6EC-E4FC4E4EE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043" y="770467"/>
            <a:ext cx="6608963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 dirty="0"/>
              <a:t>Thank you for your attention!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E92409-AD19-4CE3-9956-8C03560F7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90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Graphic 9" descr="Smiling Face with No Fill">
            <a:extLst>
              <a:ext uri="{FF2B5EF4-FFF2-40B4-BE49-F238E27FC236}">
                <a16:creationId xmlns:a16="http://schemas.microsoft.com/office/drawing/2014/main" id="{EB041538-6BC3-9E81-E8B7-8E499B261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464" y="1742701"/>
            <a:ext cx="3352128" cy="33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82030"/>
      </p:ext>
    </p:extLst>
  </p:cSld>
  <p:clrMapOvr>
    <a:masterClrMapping/>
  </p:clrMapOvr>
</p:sld>
</file>

<file path=ppt/theme/theme1.xml><?xml version="1.0" encoding="utf-8"?>
<a:theme xmlns:a="http://schemas.openxmlformats.org/drawingml/2006/main" name="Місто">
  <a:themeElements>
    <a:clrScheme name="Місто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Настроювані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Місто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TM03457491[[fn=Місто]]</Template>
  <TotalTime>69</TotalTime>
  <Words>310</Words>
  <Application>Microsoft Office PowerPoint</Application>
  <PresentationFormat>Широкий екран</PresentationFormat>
  <Paragraphs>26</Paragraphs>
  <Slides>10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Місто</vt:lpstr>
      <vt:lpstr>Analysis of Query Length and Response Time in GPT-4 Model </vt:lpstr>
      <vt:lpstr>Objective:</vt:lpstr>
      <vt:lpstr>Methodology:</vt:lpstr>
      <vt:lpstr>1. Scatter Plot Analysis:</vt:lpstr>
      <vt:lpstr>2. Regression Analysis:</vt:lpstr>
      <vt:lpstr>3. Average Response Time by Token Bins:</vt:lpstr>
      <vt:lpstr>Correlation Coefficient:</vt:lpstr>
      <vt:lpstr>Conclusion:</vt:lpstr>
      <vt:lpstr>Recommendations: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Query Length and Response Time in GPT-4 Model </dc:title>
  <dc:creator>Владилена Гальчук</dc:creator>
  <cp:lastModifiedBy>Владилена Гальчук</cp:lastModifiedBy>
  <cp:revision>1</cp:revision>
  <dcterms:created xsi:type="dcterms:W3CDTF">2024-04-24T12:57:44Z</dcterms:created>
  <dcterms:modified xsi:type="dcterms:W3CDTF">2024-04-24T14:06:53Z</dcterms:modified>
</cp:coreProperties>
</file>